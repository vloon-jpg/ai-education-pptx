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AI is Changing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 School Education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Levy • Member 2 • Member 3 • Member 4 • Member 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77240"/>
            <a:ext cx="73152" cy="22860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AI?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= Artificial Intelligence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that can learn, reason, and make decisions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Chatbots like ChatGPT think like a super-fast research assistant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already in your pocket: Siri, Google Translate, TikTok recommendations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magic — just math, data, and pattern recognition at huge scale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0" y="3840480"/>
            <a:ext cx="2743200" cy="8229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6" name="Text 4"/>
          <p:cNvSpPr/>
          <p:nvPr/>
        </p:nvSpPr>
        <p:spPr>
          <a:xfrm>
            <a:off x="6080760" y="3886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Fact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been around since the 1950s!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just got really good in the last 5 years.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77240"/>
            <a:ext cx="73152" cy="22860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in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468880" cy="2743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Personalized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Tutoring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adapts to YOUR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and style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students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same lesson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468880" cy="2743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1188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Feedback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2880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Essays graded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seconds, mistakes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immediately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more waiting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468880" cy="2743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5508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Language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2880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pronunciation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— like having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speaker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77240"/>
            <a:ext cx="73152" cy="22860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Tools Students 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594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36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53619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help, research, brainstorming, explaining concepts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7680960" cy="594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313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231343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&amp; tone checking, writing suggestions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7680960" cy="594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090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Photomath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309067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math problem → step-by-step solution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7680960" cy="594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8679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Quizlet 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386791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flashcards &amp; practice tests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Always check school AI policies before using these tools for assignments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Benefits &amp; Concerns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38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Benefits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at your own speed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homework help available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you for an AI-powered future workforce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education more accessible globally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Concerns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 — losing critical thinking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&amp; academic dishonesty risks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students have equal access (digital divide)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be confidently wrong (hallucinations)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4173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0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already in your daily life — from TikTok to Google Translate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0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personalize learning, give instant feedback, and help with languages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9718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0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971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ChatGPT and Grammarly are useful but need responsible use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74904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0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isn't replacing teachers — it's giving them superpowers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0" y="4206240"/>
            <a:ext cx="18288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•  Thank you for listening!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AI is Changing High School Education</dc:title>
  <dc:subject>PptxGenJS Presentation</dc:subject>
  <dc:creator>Hermes</dc:creator>
  <cp:lastModifiedBy>Hermes</cp:lastModifiedBy>
  <cp:revision>1</cp:revision>
  <dcterms:created xsi:type="dcterms:W3CDTF">2026-06-27T16:36:10Z</dcterms:created>
  <dcterms:modified xsi:type="dcterms:W3CDTF">2026-06-27T16:36:10Z</dcterms:modified>
</cp:coreProperties>
</file>